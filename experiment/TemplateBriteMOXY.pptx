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54DD1-04D2-DCE5-6CF6-76F2203D2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13E076-40A7-D365-FE08-3F6C2C5EE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43C17-0C48-3845-A79C-DF1E954B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6498C6-1516-BDF2-08B7-27746FCD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065A1-4318-C3ED-C750-C8D9EFDC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60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7B846-8FAF-411F-36C8-A644360F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0EB87-97A8-C2C2-BBBD-5E63ED7C0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4EF563-3A35-DC58-8566-6B0286BC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CA393C-9009-A354-C8A8-5232701B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D1CE25-6A0C-1AA9-AA3A-1C967B63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637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32C79-154A-1BA3-69B5-53156A1F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AE3C4B-DE9A-169C-9019-29C6B853C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B4392-8E54-2DA0-DF2E-8A7453D2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D1971C-8763-AAF7-3B97-BF46F982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9A3D0-F4B2-2178-D322-E6613CD0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78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22D94-3951-AB7D-445B-6D637526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B8F46B-F99D-426F-BF25-F2B4FBB5B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DEE990-E7EE-41A6-3243-D03ADD42D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D0B15D-1F17-F8D5-DB34-99EBED41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528F54-EFDF-B9AD-ECDF-30C4F868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AD5FCE-93DA-672A-53FC-585B6EC7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06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E77E8-A006-7A00-3149-68C0A7AE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2D2ED3-8D6F-DAED-6074-3AD8C11C4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BB6C3F-FEBA-8E94-826B-04ED1B4CB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B250F45-9081-8BC6-D387-432AEA50B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F0ADAB-F24D-64E3-0BBA-52734CE8E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062570-88CD-B889-4643-865DB9941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48204D9-FD00-1505-1C71-839821AF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2E0F01-1B0C-E830-392B-A463FD87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24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C4BA1-B430-E31D-1581-47590653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4B2E30-4AAB-6E87-0B1C-9F43F90D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5CCE06-DF5A-5202-4FAB-B101E88E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56266A-7067-5297-2D22-5FAD93D1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E25761-0872-12D7-6632-76046E186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7DAD388-D78E-CE49-613A-858CE445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0D96F-510A-F9E5-866A-5CF87BFF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39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D9F96-106C-97F3-A9CA-60266608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9420E1-F75C-D6F6-1913-459E746B4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758EFE-6731-7FA7-CE00-1ED0480F7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A99E5D-9B5C-08DA-F48E-192E9BE5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9417B9-AF3A-3114-7F63-63979EB9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D06A9C-EDB8-DAA0-3B15-CFA7FDF9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46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FD65-4EC5-C90A-4026-C36B07B1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ED54EC-59CE-F157-4942-3CAC97106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243BDE-0DBA-00FF-6A76-AD9F70C65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237B38-B844-F114-6A70-E5127F78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AED7AF-7053-3D81-C329-0C7E46C2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315BBD-98B7-747F-90AC-A599A703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69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12E04-13CC-18CA-8895-A255C619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4D89A6-D914-FCA2-0D75-C77026DDF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3F2140-0A0D-7A2A-FF76-6DAB2C51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97F065-9273-8C59-991A-5F2F77C4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2D6C77-B724-B64E-7E8D-859EA36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93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172A0C-53D4-BEF4-AB31-A3410A5EA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906DDE-B4D9-600B-0766-0480AA638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06902A-784B-9518-571A-4A01C96A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951952-52AD-2143-B15F-718EE3AE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A5248-4D09-2892-4103-7ACD9A7D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23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025C8F4-E492-336B-9A9B-80C81A4A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8E77AD-CE4E-1A3D-CC18-B082C2FC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4BB621-3257-D877-B9C7-E7508B301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D6AA6-5E95-4444-A385-3BB906CFD7ED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B0C11C-505C-61E5-8916-A3D68E382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0997B7-7558-32F5-8B23-BEE9EC456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9F183-2B46-4DDC-909E-C8A4725628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477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FDA86A46-3305-60E0-8CC9-2318E3F4439B}"/>
              </a:ext>
            </a:extLst>
          </p:cNvPr>
          <p:cNvSpPr/>
          <p:nvPr/>
        </p:nvSpPr>
        <p:spPr>
          <a:xfrm>
            <a:off x="5869859" y="412956"/>
            <a:ext cx="619432" cy="63909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348D8D7-0026-A0F9-F643-CD440BF1D07D}"/>
              </a:ext>
            </a:extLst>
          </p:cNvPr>
          <p:cNvSpPr/>
          <p:nvPr/>
        </p:nvSpPr>
        <p:spPr>
          <a:xfrm>
            <a:off x="1927123" y="1543665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19ABFD0-1ECB-46BD-1716-0B04B09488DE}"/>
              </a:ext>
            </a:extLst>
          </p:cNvPr>
          <p:cNvSpPr/>
          <p:nvPr/>
        </p:nvSpPr>
        <p:spPr>
          <a:xfrm>
            <a:off x="3220065" y="2512143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1518FF5-7976-8B93-CF0A-6EAA5F93D8B8}"/>
              </a:ext>
            </a:extLst>
          </p:cNvPr>
          <p:cNvSpPr/>
          <p:nvPr/>
        </p:nvSpPr>
        <p:spPr>
          <a:xfrm>
            <a:off x="3220065" y="1543665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7F2166F-BA8F-5A04-FDD5-5F750B97A48A}"/>
              </a:ext>
            </a:extLst>
          </p:cNvPr>
          <p:cNvSpPr/>
          <p:nvPr/>
        </p:nvSpPr>
        <p:spPr>
          <a:xfrm>
            <a:off x="1927123" y="2512142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Tx3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8A98182-32C3-50B4-CC9C-838403CD938B}"/>
              </a:ext>
            </a:extLst>
          </p:cNvPr>
          <p:cNvSpPr/>
          <p:nvPr/>
        </p:nvSpPr>
        <p:spPr>
          <a:xfrm>
            <a:off x="1337188" y="1543664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147D465-FBE1-685E-E071-B2A1E7E50E3E}"/>
              </a:ext>
            </a:extLst>
          </p:cNvPr>
          <p:cNvSpPr/>
          <p:nvPr/>
        </p:nvSpPr>
        <p:spPr>
          <a:xfrm>
            <a:off x="9158751" y="1543664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Rx5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54A67E1-601A-8A91-58EF-22D91F7AB27A}"/>
              </a:ext>
            </a:extLst>
          </p:cNvPr>
          <p:cNvSpPr/>
          <p:nvPr/>
        </p:nvSpPr>
        <p:spPr>
          <a:xfrm>
            <a:off x="7865809" y="2512142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Rx6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ECBBD6E-167A-A3F0-567C-C56FB19066AE}"/>
              </a:ext>
            </a:extLst>
          </p:cNvPr>
          <p:cNvSpPr/>
          <p:nvPr/>
        </p:nvSpPr>
        <p:spPr>
          <a:xfrm>
            <a:off x="7865809" y="1543664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Tx6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896BE8B-E2E3-B57F-728D-AD7503CAD668}"/>
              </a:ext>
            </a:extLst>
          </p:cNvPr>
          <p:cNvSpPr/>
          <p:nvPr/>
        </p:nvSpPr>
        <p:spPr>
          <a:xfrm>
            <a:off x="9158751" y="2512141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Tx8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389DFE6-ECFD-BAD4-5263-D61F70C54B0F}"/>
              </a:ext>
            </a:extLst>
          </p:cNvPr>
          <p:cNvSpPr/>
          <p:nvPr/>
        </p:nvSpPr>
        <p:spPr>
          <a:xfrm>
            <a:off x="9788019" y="1543664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Tx7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B34D3ED-B525-88F8-FEDC-8EF83910E006}"/>
              </a:ext>
            </a:extLst>
          </p:cNvPr>
          <p:cNvSpPr/>
          <p:nvPr/>
        </p:nvSpPr>
        <p:spPr>
          <a:xfrm>
            <a:off x="2517058" y="3878826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Rx3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2495159-7280-47B5-4E58-12C2CFC5271E}"/>
              </a:ext>
            </a:extLst>
          </p:cNvPr>
          <p:cNvSpPr/>
          <p:nvPr/>
        </p:nvSpPr>
        <p:spPr>
          <a:xfrm>
            <a:off x="2517057" y="4955458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Rx4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0C7AE69-374C-535E-0027-ADF4C21F3B06}"/>
              </a:ext>
            </a:extLst>
          </p:cNvPr>
          <p:cNvSpPr/>
          <p:nvPr/>
        </p:nvSpPr>
        <p:spPr>
          <a:xfrm>
            <a:off x="3458494" y="4449096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Tx5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CDAEA01-BD49-A7CB-BF39-238C626401BB}"/>
              </a:ext>
            </a:extLst>
          </p:cNvPr>
          <p:cNvSpPr/>
          <p:nvPr/>
        </p:nvSpPr>
        <p:spPr>
          <a:xfrm>
            <a:off x="1575620" y="4444181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Tx4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EC5A6B3-B596-93C9-EFAB-E489DA38F111}"/>
              </a:ext>
            </a:extLst>
          </p:cNvPr>
          <p:cNvSpPr/>
          <p:nvPr/>
        </p:nvSpPr>
        <p:spPr>
          <a:xfrm>
            <a:off x="8676967" y="3765756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Rx7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8D67558A-9876-346C-5EF3-08E3F582BAE8}"/>
              </a:ext>
            </a:extLst>
          </p:cNvPr>
          <p:cNvSpPr/>
          <p:nvPr/>
        </p:nvSpPr>
        <p:spPr>
          <a:xfrm>
            <a:off x="8676966" y="4842388"/>
            <a:ext cx="589935" cy="58010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Rx8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54D867A-D958-4315-E7F8-62486BADF156}"/>
              </a:ext>
            </a:extLst>
          </p:cNvPr>
          <p:cNvSpPr/>
          <p:nvPr/>
        </p:nvSpPr>
        <p:spPr>
          <a:xfrm>
            <a:off x="9618403" y="4336026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Tx9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39FACBD-F018-1E91-6B05-673AA1ADDE87}"/>
              </a:ext>
            </a:extLst>
          </p:cNvPr>
          <p:cNvSpPr/>
          <p:nvPr/>
        </p:nvSpPr>
        <p:spPr>
          <a:xfrm>
            <a:off x="7735529" y="4331111"/>
            <a:ext cx="589935" cy="5801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highlight>
                  <a:srgbClr val="000000"/>
                </a:highlight>
              </a:rPr>
              <a:t>Tx10</a:t>
            </a:r>
          </a:p>
        </p:txBody>
      </p:sp>
    </p:spTree>
    <p:extLst>
      <p:ext uri="{BB962C8B-B14F-4D97-AF65-F5344CB8AC3E}">
        <p14:creationId xmlns:p14="http://schemas.microsoft.com/office/powerpoint/2010/main" val="15463788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</Words>
  <Application>Microsoft Office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Gregoire VERGOTTE (IMT Mines Alès)</dc:creator>
  <cp:lastModifiedBy>Gregoire VERGOTTE (IMT Mines Alès)</cp:lastModifiedBy>
  <cp:revision>1</cp:revision>
  <dcterms:created xsi:type="dcterms:W3CDTF">2026-02-02T14:38:41Z</dcterms:created>
  <dcterms:modified xsi:type="dcterms:W3CDTF">2026-02-02T14:43:36Z</dcterms:modified>
</cp:coreProperties>
</file>